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Welcome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Today our topic is Train Your Brain to Win.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does not start outside.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starts inside the mind.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Many people lose in life not because they are weak, but because their brain is untrained.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 brain decides what you focus on, how you react, whether you quit or continue.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brain is not trained, your emotions control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habits control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fear controls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But when you train your brain, you become calm under pressure, focused in chaos, and strong in difficult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wait for motivation.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train their brain to act even when motivation is 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In this video, we will learn how to control your thoughts, how to build mental discipline, and how to program your brain to choose winning actions every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success, if you want confidence, if you want self-control, this lesson is for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talent, you do not need luck.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need a trained brain.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Let's begin.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one: Control your focus.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this is the first skill you must master.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life moves in the direction of your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focus is weak, your results will be weak.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focus is strong, your life becomes strong.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focus is the real superpower?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Talent is useless without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Hard work is wasted without focus.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decides what you think about, what you give energy to, what grows in your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becomes what you focus on repeatedly.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is training the brain to stay on the right 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distracted brain cannot win.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people lose because their brain is distracted.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focus on problems, fear, opinions of others, social media, past mistakes.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creates mental weakness.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distracted brain feels tired even without doing much 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is a skill, not a talent.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Many people say, "I can't focus." This is not true.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is not something you have.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is something you train.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Just like muscles, the brain becomes stronger when trained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control what enters your brain.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is always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learns from what you watch, what you listen to, what you think about.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feed your brain noise, it produces confusion.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feed your brain clarity, it produces winning thoughts.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 careful with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Remove distractions before adding discipline.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fight distractions with willpower.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Remove them.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keep phone away while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Turn off notifications.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Sit in a quiet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focus starts with a clean environment.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Environment trains the brain faster than motivation.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single tasking.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brains do one thing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Multitasking creates stress and weak focus.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work,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study, study.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rest, rest. Single tasking sharpens the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with short focus sessions.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force long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small.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10 minutes, 15 minutes, 20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stay focused for short periods.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Over time, your focus capacity increases.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on action, not results.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Many people lose focus because they think about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Results create pressure.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focus on the next action, the next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Action-based focus keeps the brain calm.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Calm brains perform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follows your attention.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Where attention goes, energy 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focus on fear, fear grows.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focus on effort, effort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return to the task again and again.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checks phone every 5 minutes.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is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Results are poor.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protects focus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Work improves.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Confidence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brain, different training.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choose one important task.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Remove distractions.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for 15 minutes.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Take a short break.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Repeat.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simple practice trains your brain to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wait for perfect focus.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mind will wander.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normal.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Each time you bring it back, you train your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Returning focus is the real training.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is not about doing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is about focusing better.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Control your focus and you control your mind.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Control your mind and you control your life.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two: Master your emotions.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focus is the steering wheel of your brain, emotions are the engine.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emotions control you, your brain loses.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control your emotions, your brain wins.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in life is not about never feeling emotions.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is about not being controlled by them.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emotions decide winning or losing?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decision you make is influenced by emotion.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are angry, you react.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are afraid, you avoid.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are lazy, you delay.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Untrained emotions create weak actions.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Trained emotions create strong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people are emotionally untrained.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Many people say, "That's just how I feel." They let emotions decide when to work, when to quit, when to try, when to give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makes life unstable.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obey emotions.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observe emotions.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Emotions are signals, not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very important.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Emotions are like alarms.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Fear says, "Pay attention." Anger says something feels wrong.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Stress says slow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But signals are not orders.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to react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Pause creates power.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 pause is the winning skill.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Between emotion and action, there is a small pause.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people ignore this pause.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react.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use the pause.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In that pause, they breathe.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think.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choose.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pause trains the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suppress emotions.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Suppressing emotions is dangerous.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Ignoring emotions makes them stronger.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do not suppress.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process emotions.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say, "I feel angry.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feel scared." Naming emotions reduces their power.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Control your breath to control emotions.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breath controls your nervous system.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Fast breath, panic.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Slow breath, calm.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emotions rise, breathe slowly.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Inhale deeply, exhale longer.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calm body creates a calm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make decisions in high emotion.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Never decide when emotional.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are angry, wait.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are excited, wait.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are afraid, wait.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Time cools emotions.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Clear mind makes better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emotional discipline daily.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train emotions in crisis.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train them daily.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Small training examples: do a task even when lazy.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Stay calm in small stress.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what you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discipline builds emotional strength.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Turn emotions into fuel.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waste emotions.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convert emotions into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Anger, focus.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Fear, preparation.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Stress, structure.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Emotion becomes power when directed correctly.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Stop identifying with emotions.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say I am angry.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Say I feel anger.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creates distance.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not the emotion.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the observer.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Observers are in control.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reacts emotionally, regrets actions.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pauses and responds, wins situations.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emotions, different control.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notice emotions.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Pause before reacting.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Breathe.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Choose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trains emotional mastery.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cannot remove emotions from life, but you can master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master emotions, your brain becomes calm under pressure, and a calm brain always wins.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three: Build discipline through daily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you must understand one truth.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beats motivation.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Motivation is a feeling.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a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wait to feel motivated.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train their brain to act on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motivation fails most people?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Motivation comes and goes.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days you feel strong.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days you feel tired.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days you feel excited.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days you feel empty.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actions depend on motivation, your life will be unstable.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works even when motivation disappears.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is why winners rely on discipline.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doing what must be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means doing the work even when you don't feel like it.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Starting even when it feels uncomfortable.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Continuing even when results are slow.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trains the brain to obey decisions, not emotions.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disciplined brain wins under pressure.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with small daily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try to become strict overnight.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discipline starts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wake up at the same time.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Work for 20 minutes without distraction.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one task before resting.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Keep one promise to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Small discipline builds self-rust.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Self-rust builds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built by repeat action.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not willpower.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is repetition.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Each time you act despite resistance, your brain learns, I can do hard things.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rewires the brain.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 brain becomes stronger with every completed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Remove choice from important tasks.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Too many choices create weakness.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decide in advance.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I work at 7:00 a.m. I train every evening.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study daily.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No debate, no thinking.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Removing choice removes resistance.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Use routine to support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Routine protects discipline.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actions happen at fixed times, the brain follows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Routine reduces mental effort.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 thinking, more doing.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how winners stay consistent.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negotiate with laziness.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Laziness speaks softly.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"Do it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Rest today.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Skip once." Do not negotiate.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first, feeling later.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Once you start, resistance reduces.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Starting is the hardest part.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builds respect for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time you keep a promise, self-respect increases.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Doubt reduces.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Confidence grows.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self-respect in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begin to trust yourself.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And a brain that trusts itself plays to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Expect discomfort.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uncomfortable.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is normal.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Comfort is the enemy of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choose discomfort now to win later.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today creates freedom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waits for motivation, acts sometimes.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follows discipline daily, acts consistently.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After months, person B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ability, different discipline.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do one task without negotiation.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even if you don't feel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what you start.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trains your brain to follow through.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makes you dangerous in a good way.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your brain is disciplined, you do not quit easily.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stay calm under pressure.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act when others hesitate.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winning mindset.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Motivation makes you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makes you finish.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act daily and winning becomes a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four: Reprogram negative thoughts.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you must change what your brain says to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Negative thoughts are not truth.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are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And programs can be rewritten.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negative thoughts control most people?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Negative thoughts repeat like background noise.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Thoughts like, "I am not good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always fail.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too hard." These thoughts feel real because they repeat often.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Repetition creates belief.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Belief creates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believes what it hears most.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does not judge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accepts repetition.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repeat negative thoughts, your brain accepts them as reality.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repeat empowering thoughts, your brain adapts.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train the brain by what you repeat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not your thoughts.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a winning mindset.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Thoughts appear automatically.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did not invite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to obey them.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the observer.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Observers choose.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Catch negative thoughts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fight thoughts after they grow.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Catch them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 moment you notice, "I can't do this.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am weak," pause.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pause is power.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Question the thought.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Ask simple questions.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Is this thought 100% true?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Is this thought helping me win?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negative thoughts fail this test. If it does not help, do not keep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remove.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cannot empty the mind.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must replace thoughts.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"I can't" becomes "I will try." "I am weak" becomes "I am training." "This is hard" becomes "This will make me stronger." Replacement rewires the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Use simple affirmations, but with action.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Affirmations work only when connected to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Say, "I am disciplined." Then act disciplined.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makes affirmations believable.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Believable thoughts become identity.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Write your new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Writing is powerful.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Write three simple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finish what I start.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stay calm under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train my brain daily.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Read them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Repetition creates identity.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argue with every thought.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thoughts will come again.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argue.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panic.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Notice.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Move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Calm repetition wins.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Negative thoughts weaken under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act despite negative thoughts, they lose power.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is the strongest reprogramming tool.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Thinking follows action.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believes negative thoughts, gives up early.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challenges thoughts, keeps 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situation, different programming.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notice one negative thought.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 it with a strong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Take one action anyway.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trains your brain to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cannot control every thought, but you can control which ones stay.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choose winning thoughts, and winning behavior will follow.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five: Build mental toughness through discomfort.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you must become comfortable with discomfort.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brains are not protected from pain.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are trained to handle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Mental toughness is not born, it is built.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discomfort is necessary to win?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Growth lives outside comfort.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life feels uncomfortable, your brain adapts, your strength increases, your confidence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Comfort keeps you safe.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makes you strong.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winner has learned to stay calm inside discomfort.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people run from discomfort.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things feel hard, most people escape.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scroll.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sleep.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avoid.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quit.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Avoiding discomfort trains the brain to give up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Facing discomfort trains the brain to stay strong.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is a signal of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Pain does not always mean danger.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Sometimes pain means you are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stretching.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becoming better.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must learn the difference between pain and danger.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is not danger.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is training.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with small discomfort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extreme challenges.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Small discomfort is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wake up a little earlier.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a task when tired.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Stay focused when bored.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Speak when nervous.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Small discomfort daily creates big mental strength.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hard things on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brains do hard things even when easy options exist.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Hard choices.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over comfort.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over distraction.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over excuses.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Each hard choice trains the brain to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complain during discomfort.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Complaining increases pain.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Silence reduces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feel discomfort but do not dramatize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breathe.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stay 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continue.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calm response builds mental toughness.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Stay present in difficult moments.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discomfort appears, do not imagine future pain.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replay past failures.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Stay with the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 present is always manageable.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becomes stronger when you stay 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Turn discomfort into confidence.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time you survive discomfort, your brain learns, I can handle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belief is powerful.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Confidence is built by surviving difficulty, not by avoiding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Rest is different from escape.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rest intentionally.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Weak minds escape discomfort.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Rest means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Escape means avoidance.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Know the difference.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Rest, then return stronger.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creates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Discipline is choosing discomfort now to win later.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choose short-term discomfort for long-term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Comfort now creates regret later.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avoids discomfort, quits early.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stays with discomfort, gets stronger.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challenge, different outcome.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choose one uncomfortable action.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it calmly.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complain.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trains your brain to win under pressure.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Mental toughness is quiet power.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to show toughness.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toughness is silent.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Calm under stress.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in chaos.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despite fear.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winning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Comfort is tempting.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Discomfort is transforming.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stay strong when things are hard.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brain that can handle discomfort cannot be defeated.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six: Program winning habits into your brain.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Talent gives you a chance.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decide if you win.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you must program it with winning habits.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follows patterns.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Give it weak patterns, you lose.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Give it strong patterns, you win.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habits control your brain?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brain loves efficiency.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turns repeated actions into automatic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saves energy.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means bad habits run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Good habits must be trained.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design habits on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are your brain software.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Think of habits as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Once installed, they run without effort.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habits are weak, your brain makes weak choices.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habits are strong, your brain makes winning choices.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Change the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Change the result.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Start with one key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overload your brain.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One habit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Choose one habit that supports winning.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focus time, daily exercise, daily learning, daily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One strong habit creates many strong behaviors.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Make the habit easy to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a habit is hard to start, you will avoid it.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Reduce friction.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prepare clothes before sleeping.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Keep tools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Fix a time and place.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Easy start builds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Connect habits to identity.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last longer when they match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say I am trying to work.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Say I am disciplined.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Identity guides behavior.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 like the person you want to become.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Repeat daily, not perfectly.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Perfection kills habits.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Repetition builds habits even on bad days.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something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Keep the chain alive.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Consistency trains the brain to obey routine.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Use cues to trigger habits.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need triggers.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after waking up, plan the day.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After lunch, short walk.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Before sleep, review.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Cues make habits automatic.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Automatic habits create freedom.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Track progress simply.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Tracking keeps the brain engaged.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need complex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Simple methods.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Mark a calendar.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Check a box.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Say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Visible progress motivates the brain.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Remove bad habits slowly.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fight all bad habits at once.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 one bad habit with one good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For example, scrolling becomes reading.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Complaining becomes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Replacement is easier than removal.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shape your thinking.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change thoughts.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leads thinking.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act disciplined, your brain believes, I am disciplined.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Belief becomes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depends on talent, loses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builds habits, wins daily.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brain, different programming.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perform your key habit.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it at the same time.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Keep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skip twice.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installs winning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Habits remove decision fatigue.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decide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follow habits.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 thinking, more doing.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saves mental energy for important decisions.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rise to your goals, you fall to your habits.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with winning habits and winning becomes automatic.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seven: Think long-term like a winner.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live for today only.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think beyond the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 want to train your brain to win, you must train it to think long term.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Short-term thinking feels good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thinking wins later.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Why short-term thinking causes losing?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Short-term thinking asks, "How do I feel now?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What is easy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What gives comfort now?" This thinking creates laziness, bad habits, regret.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Comfort today often creates pain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thinking creates freedom.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thinking asks, "Where will this lead?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What kind of person am I becoming?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Will I be proud later?" Winners choose actions their future self will thank them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Future focus creates discipline.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delay reward.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brains can wait.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do not need instant pleasure.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choose work before rest, discipline before comfort, growth before entertainment.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Delayed reward strengthens mental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See today as a vote for your future.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action is a vote.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train, vote for strength.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focus, vote for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quit, vote for weakness.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One vote does not decide everything.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But repeated votes create identity.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Think in years, act in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overwhelm your brain with huge future plans.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Think big, but act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vision, daily execution.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keeps the brain calm and focused.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Stop chasing quick wins.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Quick wins feel good, but they fade quickly.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build foundations, skills, discipline, habits.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Foundations create lasting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Accept slow progress.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thinking accepts slowness.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Progress feels boring sometimes.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is normal.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Boring consistency creates extraordinary results.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Patience is a winning skill.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Future you is watching.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Imagine your future self looking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Will they thank you or regret your choices?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Use this question to guide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trains responsibility.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chooses comfort daily, struggles later.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chooses discipline daily, wins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time, different thinking.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for this lesson.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 ask, "Will this help my future?" Choose one long-term action.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Delay one short-term pleasure.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builds winning perspective.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Long-term thinking reduces stress.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think long term, small problems feel smaller.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Patience increases.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Focus improves.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Clarity replaces anxiety.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win life by chasing comfort.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win life by building a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think beyond the moment and winning becomes inevitable.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Lesson eight: Build unbreakable self-belief.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At the end of every win, there is one thing that decides everything.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Not talent, not luck, not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Self-belief.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brain believes you can win, you will keep 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your brain believes you will lose, you will quit early.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Training your brain to win means training it to believe in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What self-belief really means?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Self-belief does not mean you feel confident all the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Self-belief means you trust yourself to handle problems.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continue even when things are hard.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give up on yourself.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are not fearless.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are self-rusting.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Most people lose because they doubt themselves.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Many people say, "I am not ready.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am not good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will fail again." These thoughts weaken the brain.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Doubt is not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Doubt is untrained thinking.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brain filled with doubt cannot win consistently.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Self-belief is built by action, not thinking.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think your way into belief.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act your way into belief.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time you finish a task, keep a promise, push through discomfort, your brain learns, I can trust myself.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Small wins build big belief.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Stop waiting for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Confidence does not come first.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Action comes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Confidence follows.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act even when confidence is 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do not ask, "Do I feel ready?" They say, "I will do it anyway."</a:t>
            </a:r>
            <a:br/>
            <a:br/>
            <a:r>
              <a:t>Belief grows when you keep showing up.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Showing up daily is powerful.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Even on bad days, even when progress is slow, consistency sends a message to the brain, I don't quit.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message becomes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Identity becomes destiny.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Do not look for belief from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External validation is unstable.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people will support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Some will doubt you.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Strong people do not depend on opinions.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build belief internally.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belief matters more than anyone else's opinion.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Talk to yourself like a winner.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Your inner voice trains your 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Change how you speak to yourself.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Instead of, "I can't handle this," say, "This is hard, but I can handle it." This simple change strengthens the mind.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Accept failure without breaking belief.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Failure is not proof of weakness.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Failure is proof of effort.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Winners do not quit after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They adjust and continue.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 losing brain says, "I failed.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quit." A winning brain says, "I learned.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 continue."</a:t>
            </a:r>
            <a:br/>
            <a:br/>
            <a:r>
              <a:t>Self-belief makes you unstoppable.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When you believe in yourself, you stop quitting.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stop explaining.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stop doubting every step.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move quietly.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work daily.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grow steadily.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This is real winning power.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Real life example.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A doubts himself, quits early.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Person B believes in himself, keeps 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Same challenges, different belief.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Daily practice to build self-belief.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Every day, keep one promise to yourself.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Finish one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Act even when unsure.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Remind yourself, I am training my brain to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Belief grows with repetition.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is a habit, not an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Winning does not happen once.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It happens daily in small decisions, in discipline, in focus, in belief.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daily and winning becomes automatic.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do not win because life is easy.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win because your brain is trained.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trained your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mastered emotions.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built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rewired thoughts.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embraced discomfort.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installed winning habits.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learned to think long term.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And now you believe in yourself.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That is the real victory.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your brain to win, and no situation can defeat you.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You are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If this video helped you feel stronger, more focused, and more confident, please like the video.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Subscribe to the channel for more powerful lessons on mindset, discipline, and mental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Remember, when your brain is trained, you cannot be defeated.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371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Train daily.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latin typeface="Helvetica"/>
              </a:defRPr>
            </a:pPr>
            <a:r>
              <a:t>Win daily.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