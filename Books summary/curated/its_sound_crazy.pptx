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It May Sound Crazy… But This Is What Women Actually Want</a:t>
            </a:r>
            <a:br/>
            <a:br/>
            <a:r>
              <a:t>(Inspired by Machiavellian ideas, explained simply)</a:t>
            </a:r>
            <a:br/>
            <a:br/>
            <a:r>
              <a:t>This may sound strange, but what I am about to tell you is the complete opposite of what you have been taught about women.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It goes against what your mother said, what society calls “right,” what romantic movies showed you, and what your past relationships made you believe.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Forget all of that for a moment.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More than 500 years ago, Machiavelli closely observed powerful women in the royal courts of Europe.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What he noticed was dangerous—so dangerous that he never wrote it openly.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If these ideas had become public at that time, his life could have been destroyed.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Today, those ideas are being explained in a safe and modern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This book will share simple principles that help you interact with women confidently—without begging, without chasing, and without losing your self-respect.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Instead of running after attention like most men, you will become the man whose attention women themselves want.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But understand this clearly:</a:t>
            </a:r>
            <a:br/>
            <a:r>
              <a:t>The most powerful idea works only when you first understand and master the earlier 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Confidence Comes From Abundance, Not Need</a:t>
            </a:r>
            <a:br/>
            <a:br/>
            <a:r>
              <a:t>Most men make one big mistake.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They behave as if their attention is rare and fragile—as if one woman is their last chance.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This mindset slowly kills attraction, even if the man does not realize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 truth is simple:</a:t>
            </a:r>
            <a:br/>
            <a:r>
              <a:t>Women do not react to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They react to energy.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Needy energy is deeply unattractive.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Confidence is born when you feel complete within yourself—when you do not need anyone’s approval to feel okay.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When this belief settles inside you, your behavior automatically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You become calm.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You stop looking desperate.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You stop explaining yourself.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Women observe very carefully, especially under pressure.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They notice whether you are relaxed or anxious, confident or needy.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Men who appear needy look weak.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Men who carry themselves calmly, with a sense of abundance, project power.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Without realizing it, her mind starts asking questions:</a:t>
            </a:r>
            <a:br/>
            <a:br/>
            <a:r>
              <a:t>“If he gives me so much attention, why are other women not chasing him?”</a:t>
            </a:r>
            <a:br/>
            <a:r>
              <a:t>“If no one else wants him, why should I?”</a:t>
            </a:r>
            <a:br/>
            <a:br/>
            <a:r>
              <a:t>These reactions are not logical.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They are instinctive.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Just like anything that is always available loses value, and anything people compete for becomes valuable.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How to Show Abundance in Real Life</a:t>
            </a:r>
            <a:br/>
            <a:br/>
            <a:r>
              <a:t>First:</a:t>
            </a:r>
            <a:br/>
            <a:r>
              <a:t>Make your life a priority.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If you have work, gym, friends, or goals, do not cancel them instantly for anyone.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If she asks to meet and you are busy, say calmly:</a:t>
            </a:r>
            <a:br/>
            <a:r>
              <a:t>“I already have plans that 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Thursday evening works for me.”</a:t>
            </a:r>
            <a:br/>
            <a:br/>
            <a:r>
              <a:t>No excuses.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No guilt. No apologies.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This shows your life is full.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Second:</a:t>
            </a:r>
            <a:br/>
            <a:r>
              <a:t>Do not communicate with desperation.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You do not need to reply instantly to every message—not to play games, but because your life is genuinely active.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When you reply, do it with respect and presence.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But never apologize for having a life.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Constantly saying “sorry” shows insecurity, not kindness.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Third:</a:t>
            </a:r>
            <a:br/>
            <a:r>
              <a:t>Open up emotionally—slowly. Do not share your entire life story at once.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Opening too fast creates pressure, not connection.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Mystery keeps attraction alive.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Trust grows step by step. Remember:</a:t>
            </a:r>
            <a:br/>
            <a:r>
              <a:t>Abundance is not arrogance. A man with real options does not show off.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does not compete.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invests in himself, his growth, and his purpose.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This quiet confidence is deeply magnetic.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Value Her, But Never Idolize Her</a:t>
            </a:r>
            <a:br/>
            <a:br/>
            <a:r>
              <a:t>There is a big difference between valuing someone and idolizing them.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To value someone means:</a:t>
            </a:r>
            <a:br/>
            <a:br/>
            <a:r>
              <a:t>Treating her as a human being</a:t>
            </a:r>
            <a:br/>
            <a:br/>
            <a:r>
              <a:t>Listening to her</a:t>
            </a:r>
            <a:br/>
            <a:br/>
            <a:r>
              <a:t>Respecting her time and opinions</a:t>
            </a:r>
            <a:br/>
            <a:br/>
            <a:br/>
            <a:r>
              <a:t>But idolizing is dangerous.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Idolizing means putting her above yourself.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Acting as if she is perfect.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Tolerating behavior you would never accept from anyone else.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This mindset says:</a:t>
            </a:r>
            <a:br/>
            <a:r>
              <a:t>“I like you, so I will accept anything.”</a:t>
            </a:r>
            <a:br/>
            <a:br/>
            <a:r>
              <a:t>This kills attraction.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Machiavelli once said,</a:t>
            </a:r>
            <a:br/>
            <a:r>
              <a:t>“A man who becomes a sheep will be eaten by wolves.”</a:t>
            </a:r>
            <a:br/>
            <a:br/>
            <a:r>
              <a:t>In relationships, this is very true.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When men worship women, tension disappears.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And without tension, attraction dies.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Predictability slowly destroys desire.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Boundaries Are Not Rudeness — They Are Self-Respect</a:t>
            </a:r>
            <a:br/>
            <a:br/>
            <a:r>
              <a:t>If she comes late without informing you:</a:t>
            </a:r>
            <a:br/>
            <a:br/>
            <a:r>
              <a:t>A man who idolizes says:</a:t>
            </a:r>
            <a:br/>
            <a:r>
              <a:t>“It’s okay, no problem,”</a:t>
            </a:r>
            <a:br/>
            <a:r>
              <a:t>while feeling hurt and insecure inside.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A man who values says calmly:</a:t>
            </a:r>
            <a:br/>
            <a:r>
              <a:t>“I respect my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Please inform me next time if you are late.”</a:t>
            </a:r>
            <a:br/>
            <a:br/>
            <a:r>
              <a:t>One man seeks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 other shows boundaries.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Women may not analyze this consciously, but they feel the difference instantly.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Boundaries communicate:</a:t>
            </a:r>
            <a:br/>
            <a:br/>
            <a:r>
              <a:t>Strength</a:t>
            </a:r>
            <a:br/>
            <a:br/>
            <a:r>
              <a:t>Confidence</a:t>
            </a:r>
            <a:br/>
            <a:br/>
            <a:r>
              <a:t>Emotional stability</a:t>
            </a:r>
            <a:br/>
            <a:br/>
            <a:br/>
            <a:r>
              <a:t>A man who agrees to everything looks weak.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A man who can disagree calmly shows backbone.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Compliments Should Have Depth</a:t>
            </a:r>
            <a:br/>
            <a:br/>
            <a:r>
              <a:t>Most men only compliment looks: “You’re beautiful.”</a:t>
            </a:r>
            <a:br/>
            <a:r>
              <a:t>“You’re cute.”</a:t>
            </a:r>
            <a:br/>
            <a:br/>
            <a:r>
              <a:t>These fade quickly.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Real impact comes when you notice her depth:</a:t>
            </a:r>
            <a:br/>
            <a:br/>
            <a:r>
              <a:t>Her intelligence</a:t>
            </a:r>
            <a:br/>
            <a:br/>
            <a:r>
              <a:t>Her decisions</a:t>
            </a:r>
            <a:br/>
            <a:br/>
            <a:r>
              <a:t>Her calm under pressure</a:t>
            </a:r>
            <a:br/>
            <a:br/>
            <a:br/>
            <a:r>
              <a:t>For example:</a:t>
            </a:r>
            <a:br/>
            <a:r>
              <a:t>“I like how you stay clear-headed even in stressful situations.”</a:t>
            </a:r>
            <a:br/>
            <a:br/>
            <a:r>
              <a:t>This makes her feel seen—not just looked at.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Respect does not mean tolerating disrespect.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If a boundary is crossed, say calmly:</a:t>
            </a:r>
            <a:br/>
            <a:r>
              <a:t>“I don’t like this.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Let’s find a better way.”</a:t>
            </a:r>
            <a:br/>
            <a:br/>
            <a:r>
              <a:t>No anger. No lectures. Just clarity.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Emotional Independence Is Real Power</a:t>
            </a:r>
            <a:br/>
            <a:br/>
            <a:r>
              <a:t>Emotional independence does not mean being cold.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It means your emotional balance does not depend on one person.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You can care deeply.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You can invest fully.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But you do not lose yourself.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A man who can calmly walk away when needed shows true confidence.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He communicates silently:</a:t>
            </a:r>
            <a:br/>
            <a:r>
              <a:t>“I want you, but I do not depend on you.”</a:t>
            </a:r>
            <a:br/>
            <a:br/>
            <a:r>
              <a:t>This energy is rare—and rarity creates attraction.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The Real Secret</a:t>
            </a:r>
            <a:br/>
            <a:br/>
            <a:r>
              <a:t>Attraction does not depend only on how you treat a woman.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It depends on how you treat yourself.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Women are drawn to men who:</a:t>
            </a:r>
            <a:br/>
            <a:br/>
            <a:r>
              <a:t>Respect their own life</a:t>
            </a:r>
            <a:br/>
            <a:br/>
            <a:r>
              <a:t>Protect their boundaries</a:t>
            </a:r>
            <a:br/>
            <a:br/>
            <a:r>
              <a:t>Maintain their standards</a:t>
            </a:r>
            <a:br/>
            <a:br/>
            <a:br/>
            <a:r>
              <a:t>This is not arrogance.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This is quiet confidence.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Attraction is not built through tricks, scripts, or games.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It grows from:</a:t>
            </a:r>
            <a:br/>
            <a:br/>
            <a:r>
              <a:t>Self-control</a:t>
            </a:r>
            <a:br/>
            <a:br/>
            <a:r>
              <a:t>Emotional stability</a:t>
            </a:r>
            <a:br/>
            <a:br/>
            <a:r>
              <a:t>A purposeful life</a:t>
            </a:r>
            <a:br/>
            <a:br/>
            <a:br/>
            <a:r>
              <a:t>When you are stable inside, the outside world responds.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Machiavelli did not write about attraction directly, but he understood power.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And the rule of power is simple:</a:t>
            </a:r>
            <a:br/>
            <a:br/>
            <a:r>
              <a:t>The man who controls himself influences others.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Final Note</a:t>
            </a:r>
            <a:br/>
            <a:br/>
            <a:r>
              <a:t>Do not use this knowledge to manipulate.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788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Use it to become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First, respect yourself. First, become complete. Everything else will align naturally.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hil jain logo pag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11887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latin typeface="Helvetica"/>
              </a:defRPr>
            </a:pPr>
            <a:r>
              <a:t>Because the man who masters his mind</a:t>
            </a:r>
            <a:br/>
            <a:r>
              <a:t>eventually shapes his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