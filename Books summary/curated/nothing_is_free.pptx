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Hello everyone, today I have an amazing story for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It's not just for your listening practice, but also to inspire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story is called *Nothing Is Free*, and it will show you that hard work and determination can change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There was a young man named Leo, 20 years old, living in a small, quiet town surrounded by mountains.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had big dreams.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wanted to own a chain of restaurants and become a successful entrepreneur.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life wasn't easy for him.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Leo's family was struggling financially.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His father, Mark, was a mechanic, and his mother, Claire, cleaned houses to make ends meet.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Leo's younger sister, Sophie, was just 10 and looked up to him as her hero.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cold evening, Leo sat outside his small house, staring at the stars.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whispered to himself, "I want to give my family a better life, but how do I start when we barely have enough to survive?"</a:t>
            </a:r>
            <a:br/>
            <a:br/>
            <a:r>
              <a:t>The next day, Leo shared his dreams with his father.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Mark sighed and said, "Leo, dreams are not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you want something, you have to fight for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Start with what you have, even if it's small."</a:t>
            </a:r>
            <a:br/>
            <a:br/>
            <a:r>
              <a:t>Leo thought deeply about his father's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Then an idea struck him.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noticed that in his town, people loved fresh bread but had to travel to a bakery far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decided to start selling fresh bread locally.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there was a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had no money to buy the bread.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decided to take a chance and approach the bakery's owner, Mr. Anderson.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walked miles to meet Mr. Anderson, a grumpy old man who rarely trusted anyone.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With confidence, Leo said, "Mr. Anderson, I want to sell your bread in my town, but I don't have money to buy it up front.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Can you trust me for one week?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 will sell the bread, return your money, and keep a small profit."</a:t>
            </a:r>
            <a:br/>
            <a:br/>
            <a:r>
              <a:t>Mr. Anderson raised an eyebrow.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"And why should I trust you, young man?" he asked.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replied firmly, "Because I am determined, and I will work hard to prove myself."</a:t>
            </a:r>
            <a:br/>
            <a:br/>
            <a:r>
              <a:t>After a long pause, Mr. Anderson said, "All right.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I'll give you bread for one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you fail to pay me back, don't bother coming here again."</a:t>
            </a:r>
            <a:br/>
            <a:br/>
            <a:r>
              <a:t>Leo was thrilled.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Early the next morning, he carried the bread back to his town and set up a small stand near the park.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greeted every passerby with energy and a smile, saying, "Fresh bread, warm and delicious!"</a:t>
            </a:r>
            <a:br/>
            <a:br/>
            <a:r>
              <a:t>At first, people were hesitant.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didn't know if the bread was good.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Leo offered free samples and soon had his first customer.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By the end of the day, he had sold all the bread and made a small profit.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That evening, he returned to Mr. Anderson and paid him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old man nodded and said, "You kept your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Come back tomorrow."</a:t>
            </a:r>
            <a:br/>
            <a:br/>
            <a:r>
              <a:t>From then on, Leo worked tirelessly.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woke up at 4:00 a.m., walked to the bakery, carried bread to his town, and sold it with passion.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After two months, he had saved enough money to buy a small cart, making it easier to transport more bread.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day, a customer suggested, "Leo, why don't you bake your own bread?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You're good at selling, but if you bake, you'll make more profit."</a:t>
            </a:r>
            <a:br/>
            <a:br/>
            <a:r>
              <a:t>This idea excited Leo, but it also scared him.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had never baked anything in his life.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was the moment where Leo realized: nothing is free — not success, not knowledge, not growth.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"If I want to succeed," he thought, "I must take risks and learn."</a:t>
            </a:r>
            <a:br/>
            <a:br/>
            <a:r>
              <a:t>Leo couldn't stop thinking about the idea of baking his own bread.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he could bake, he wouldn't have to rely on Mr. Anderson, and his profit would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there was one big problem: he didn't know how to bake.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decided to ask Mr. Anderson for help.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next morning, after delivering his payment, Leo said, "Mr. Anderson, can you teach me how to bake?"</a:t>
            </a:r>
            <a:br/>
            <a:br/>
            <a:r>
              <a:t>The old man frowned.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"Why should I teach you?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you bake, you won't buy from me anymore.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That's bad for my business."</a:t>
            </a:r>
            <a:br/>
            <a:br/>
            <a:r>
              <a:t>Leo looked at him and said, "You're right.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I won't forget the man who gave me my first chance.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I succeed, I'll make sure to help your bakery too."</a:t>
            </a:r>
            <a:br/>
            <a:br/>
            <a:r>
              <a:t>Mr. Anderson thought for a moment, then said, "Fine.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baking isn't easy.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takes time, patience, and hard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you're ready for that, I'll teach you."</a:t>
            </a:r>
            <a:br/>
            <a:br/>
            <a:r>
              <a:t>The lessons began early the next morning.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arrived at the bakery at 3:00 a.m., before the sun was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Mr. Anderson showed him how to mix flour, knead the dough, and bake it perfectly.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At first, Leo struggled.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His hands hurt from kneading, and his bread came out too hard or too soft.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day, after ruining another batch of bread, Leo sat down feeling defeated.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said to himself, "Maybe I'm not good enough for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Maybe I should give up."</a:t>
            </a:r>
            <a:br/>
            <a:br/>
            <a:r>
              <a:t>But then he remembered his father's words: dreams are not free.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realized that every mistake was teaching him something new.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Giving up was not an 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next day, Leo went back to the bakery with even more determination.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practiced every single step carefully.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Slowly, his bread started improving.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After two weeks, Mr. Anderson handed him a loaf and said, "This is perfect, Leo.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You're ready."</a:t>
            </a:r>
            <a:br/>
            <a:br/>
            <a:r>
              <a:t>Leo was overjoyed.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rented a small oven and began baking bread at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His family was amazed by his hard work.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Sophie, his little sister, helped him pack the bread, and his mother made tea for him while he worked late into the night.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Soon, Leo wasn't just selling bread.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started making cookies and pastries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People in the town loved his products.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said, "Leo's bread tastes better than anything we've had before."</a:t>
            </a:r>
            <a:br/>
            <a:br/>
            <a:r>
              <a:t>But success wasn't easy.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day, a new bakery opened in the town, run by a young man named Eric.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Eric had a big, fancy shop with colorful signs and decorations.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People were curious and started buying from him instead.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noticed his sales dropping.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felt scared.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"What if I lose everything I've worked so hard for?"</a:t>
            </a:r>
            <a:br/>
            <a:br/>
            <a:r>
              <a:t>But instead of panicking, Leo decided to improve.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listened to his customers and asked, "What do you like about Eric's bakery?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What can I do better?"</a:t>
            </a:r>
            <a:br/>
            <a:br/>
            <a:r>
              <a:t>Some said, "Eric's shop looks clean and pretty." Others said, "His cakes have beautiful designs."</a:t>
            </a:r>
            <a:br/>
            <a:br/>
            <a:r>
              <a:t>Leo realized he needed to grow, not just as a baker but as a businessman.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Using his savings, Leo painted his cart, added bright decorations, and started offering free samples of his new pastries.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even learned how to decorate cakes by watching videos in the library.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Slowly, customers returned to him.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evening, an elderly woman came to Leo and said, "I've seen many young men give up when times get hard, but you didn't.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That's why we trust you."</a:t>
            </a:r>
            <a:br/>
            <a:br/>
            <a:r>
              <a:t>Her words filled Leo with pride.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Months passed, and Leo's business grew.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saved enough money to rent a small shop.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wasn't as big as Eric's, but it was warm and welcoming.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named it *Leo's Fresh Bakes*.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Every morning, he woke up before sunrise, baked fresh bread, and opened his shop with a smile.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His parents and sister helped him.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Sophie, now 11, loved talking to customers, and Claire managed the accounts.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Leo knew this wasn't the end of his journey.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wanted to reach more people, make his family proud, and prove to himself that anything is possible with hard work.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Leo's bakery, *Leo's Fresh Bakes*, was becoming the heart of the town.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People loved his fresh bread, cakes, and pastries.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Business was growing, and his family was proud of him.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life wasn't done testing Leo.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One stormy night, as Leo was closing his shop, he noticed smoke coming from the bakery.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rushed inside and saw that a small fire had started near the oven.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quickly grabbed water and managed to stop the flames, but much of his equipment was damaged.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next morning, when the townspeople heard about the fire, they came to check on him.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Some said, "Oh no, what will Leo do now?" Others whispered, "Maybe this is the end for him."</a:t>
            </a:r>
            <a:br/>
            <a:br/>
            <a:r>
              <a:t>Leo felt heartbroken, but not defeated.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stood outside his bakery and said, "This is just a challenge.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I've faced struggles before, and I will face this too.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 won't give up."</a:t>
            </a:r>
            <a:br/>
            <a:br/>
            <a:r>
              <a:t>He took a deep breath and began making a plan.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calculated how much money he had saved and realized it wasn't enough to replace all the equipment.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For a moment, fear crept in.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Leo remembered his journey — how he started with nothing but a dream and hard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Instead of sitting and worrying, Leo asked for help.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approached Mr. Anderson, who had retired, and said, "Sir, I need advice.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What would you do if you were me?"</a:t>
            </a:r>
            <a:br/>
            <a:br/>
            <a:r>
              <a:t>Mr. Anderson smiled and said, "Leo, you already know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You've taught yourself that nothing is free.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Work harder, believe in yourself, and people will believe in you too."</a:t>
            </a:r>
            <a:br/>
            <a:br/>
            <a:r>
              <a:t>Inspired, Leo decided to rebuild.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didn't wait for someone to rescue him.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started baking at home again with the little equipment he had left.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told his customers, "I won't let you down.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I'll keep serving you, even if it's just a small amount for now."</a:t>
            </a:r>
            <a:br/>
            <a:br/>
            <a:r>
              <a:t>The townspeople admired his courage.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Many of them started helping him.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Some donated ingredients, others gave small amounts of money, and a few offered their time to help him clean and repair the bakery.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realized something important: when you work hard and never give up, people notice.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want to help someone who helps themselves.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After months of hard work, Leo reopened his bakery.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was better than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painted the walls, added new decorations, and even introduced new items like cupcakes and muffins.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His customers were overjoyed.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On the day of the grand reopening, the town's mayor came and said, "Leo, you are a true inspiration.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You've shown us all that with determination, anything is possible."</a:t>
            </a:r>
            <a:br/>
            <a:br/>
            <a:r>
              <a:t>Leo stood in front of the crowd and said, "I want to thank each one of you.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You've taught me that nothing in life is free — not success, not respect, not love.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Everything must be earned with hard work, patience, and persistence.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Never let failure stop you.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Every challenge is just a step to something greater."</a:t>
            </a:r>
            <a:br/>
            <a:br/>
            <a:r>
              <a:t>From that day, Leo's bakery didn't just sell bread.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became a symbol of hope.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People from other towns started visiting to meet the young man who never gave up.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Leo's story teaches us that:</a:t>
            </a:r>
            <a:br/>
            <a:br/>
            <a:r>
              <a:t>1. Dreams are not free — they require hard work and sacrifice.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2. Failure is not the end — it's a chance to learn and grow stronger.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3. Help yourself first — when people see your effort, they will support you.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4. Never give up — the darkest moments are often just before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Leo didn't just build a bakery.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built a life full of purpose, respect, and pride.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And so can you.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Whatever your dream is, don't stop chasing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Remember: nothing is free, but everything is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